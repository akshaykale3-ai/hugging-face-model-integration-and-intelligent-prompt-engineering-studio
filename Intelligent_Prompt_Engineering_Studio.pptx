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3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21295C"/>
                </a:solidFill>
                <a:latin typeface="Calibri"/>
              </a:rPr>
              <a:t>Overall Score by Strategy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Score (/10)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Zero-Shot</c:v>
                </c:pt>
                <c:pt idx="1">
                  <c:v>One-Shot</c:v>
                </c:pt>
                <c:pt idx="2">
                  <c:v>Few-Shot</c:v>
                </c:pt>
                <c:pt idx="3">
                  <c:v>Chain-of-
Thought</c:v>
                </c:pt>
                <c:pt idx="4">
                  <c:v>Role-Based</c:v>
                </c:pt>
                <c:pt idx="5">
                  <c:v>Structured
Output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6.1</c:v>
                </c:pt>
                <c:pt idx="1">
                  <c:v>6.4</c:v>
                </c:pt>
                <c:pt idx="2">
                  <c:v>7</c:v>
                </c:pt>
                <c:pt idx="3">
                  <c:v>7.6</c:v>
                </c:pt>
                <c:pt idx="4">
                  <c:v>7.3</c:v>
                </c:pt>
                <c:pt idx="5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97-47D9-9E6F-876DB9EF8D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6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846320"/>
            <a:ext cx="2560320" cy="256032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5486400"/>
            <a:ext cx="1280160" cy="1280160"/>
          </a:xfrm>
          <a:prstGeom prst="ellipse">
            <a:avLst/>
          </a:prstGeom>
          <a:solidFill>
            <a:srgbClr val="EAF3F7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1.2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Prompt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Studio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prompting strategies for Large Language Models —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quality, structure, and reasoning, side by side.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Akshay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an Intelligent Prompt Engineering Studio that demonstrates how different prompting strategies influence the performance of Large Language Models.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8529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any user query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4838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4564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responses using multiple prompting techniques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99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 across techniques side by side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663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response quality against defined criteria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2669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learn when to use each technique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138160" y="173736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38160" y="1737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55548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38160" y="288036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2880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Prompting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38160" y="402336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38160" y="4023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(flan-t5-base)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4892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38160" y="516636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38160" y="5166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Prompting Strategy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underlying model can produce very different answers to the same question, depending only on how the question is framed.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48640" y="277063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63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answers are quick; few-shot and structured prompts add format and consistency.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2219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 surfaces the model's intermediate reasoning steps.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7375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depth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66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prompting shifts the voice and depth of an answer toward an expert persona.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137160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371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Query:  </a:t>
            </a: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renewable energy sources?"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75120" y="251460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25146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direct answer, no scaffolding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209544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32095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→ mirrors the style of given examples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3904488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390448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→ explicit reasoning steps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4599432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45994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→ strict JSON with key points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Prompting Techniques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EAF3F7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question directly, with no examples or scaffolding.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8160" y="141732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EAF3F7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676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6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2402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65176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exactly one worked example before the real question.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EAF3F7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628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6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36280" y="22402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336280" y="265176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several worked examples to establish a pattern.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EAF3F7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8056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920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ask the model to reason step by step.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28160" y="365760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EAF3F7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676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67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56760" y="448056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/ Persona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4556760" y="48920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the model to an expert persona for depth and tone.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7680" y="3657600"/>
            <a:ext cx="3505200" cy="1965960"/>
          </a:xfrm>
          <a:prstGeom prst="roundRect">
            <a:avLst>
              <a:gd name="adj" fmla="val 4651"/>
            </a:avLst>
          </a:prstGeom>
          <a:solidFill>
            <a:srgbClr val="EAF3F7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3628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362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336280" y="448056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8336280" y="48920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response into a strict JSON / table format.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25780" y="237744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25780" y="237744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4917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11780" y="237744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11780" y="237744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strategies)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7777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97780" y="237744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97780" y="237744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(flan-t5-base via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Transformers)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0637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83780" y="237744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83780" y="237744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3497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69780" y="237744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69780" y="237744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Report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89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strategy formats the same user query into a distinct prompt using a reusable template. Every prompt is sent through the same model and generation parameters, so differences in the output can be attributed to the prompting strategy itself.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63040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application logic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40780" y="15727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07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26580" y="1463040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26580" y="1828800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runs the locally-hosted LLM 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651760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google/flan-t5-base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17520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 text2text-generation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0780" y="27614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407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26580" y="2651760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26580" y="3017520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backend for model inference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502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840480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206240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cell-by-cell walkthrough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0780" y="39502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4078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26580" y="3840480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export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26580" y="4206240"/>
            <a:ext cx="4686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portable, shareable comparison reports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Generation Parameters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– 1.5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focused &amp; deterministic. Higher = more varied and creative.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– 400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1546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how long a generated response can be.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– 1.0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1546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sampling — restricts choices to the most likely probability mass.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3544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– 100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1546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sampling to the k most likely next tokens.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scored 0–10 on six dimensions; the Overall Score is an equal-weighted average.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overlap between the query and the response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response length (word count)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474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common clarity / connective words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Structure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474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sentences and transition words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Quality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663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/ causal language (because, since...)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389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663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novelty / uniqueness markers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Comparison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run — Query: "What are renewable energy sources?" (model: flan-t5-base)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20116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920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scores highest on reasoning and structure.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0" y="27889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697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and Structured Output improve consistency of format.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35661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4747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is fastest but lightest on structure and depth.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0" y="43434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42519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per-dimension scores are written to the Markdown report.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Each Technique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35254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answers to simple, well-known questions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Giving the model a light format hint from one 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Enforcing a consistent answer style across many queries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Chain-of-Thought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reasoning, math, or logic-heavy questions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/ Persona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tone, e.g. expert or advisory answers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 parsing — APIs, tables, or JSON pipelines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Feature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EAF3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Bonus: Markdown Export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2128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the full comparison run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03580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8712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Quick-glance summary table (all 6 techniques, all metrics)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69417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5295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section per technique: prompt, response, scores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3525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187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— portable, versionable, easy to share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Known Limitations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75120" y="237744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2128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rule-based/heuristic, not an LLM-graded assessment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303580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28712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flan-t5-base is small — response depth is limited vs. larger models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369417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35295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a keyword-overlap proxy, not fact-checking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43525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4187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in a larger model (or an API) needs no structural changes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prompting strategy wins every time — the right choice depends on the task, the need for reasoning, and how the output will be used downstream.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studio makes that trade-off visible — same query, six strategies, one scored comparison.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852</Words>
  <Application>Microsoft Office PowerPoint</Application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Kale</cp:lastModifiedBy>
  <cp:revision>1</cp:revision>
  <dcterms:created xsi:type="dcterms:W3CDTF">2026-09-05T20:17:05Z</dcterms:created>
  <dcterms:modified xsi:type="dcterms:W3CDTF">2026-09-05T20:20:04Z</dcterms:modified>
</cp:coreProperties>
</file>