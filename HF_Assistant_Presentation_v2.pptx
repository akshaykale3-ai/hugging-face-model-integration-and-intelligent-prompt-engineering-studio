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82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10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Text Intelligence Assistant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Model Integration — Sentiment · Translation · Generation · Classification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1.1  •  AI Text Intelligence Assistant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Akshay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command-line assistant that wraps four distinct NLP capabilities using pre-trained Hugging Face Transformer models — without training or fine-tuning any model from scratch.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14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text as positive / neutral / negative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054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2054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114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English into Hindi, French, German, Spanish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518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14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 prompt with generated text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8982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9898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Classification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4114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topic label without task-specific training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cached model-loading layer feeds an interactive CLI router.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(CLI input)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217420"/>
            <a:ext cx="640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691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6916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Router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(while-loop dispatcher)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743200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55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run_sentiment()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40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AutoModel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38728" y="3355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run_translation()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38728" y="3840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AutoModel (mBART-50)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743200"/>
            <a:ext cx="2528316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45936" y="3355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run_text_generation()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45936" y="3840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(Qwen2.5)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743200"/>
            <a:ext cx="5335524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1704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53144" y="3355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compare_classification_models()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3840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zero-shot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43100" y="429768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17720"/>
            <a:ext cx="11027664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617720"/>
            <a:ext cx="1066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Cache  —  get_pipeline() / get_manual_model()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reloading the same Hugging Face model twice per session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1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Sentiment Analysis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high-level pipeline() API against manual AutoModel inference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cardiffnlp/twitter-roberta-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base-sentiment-latest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pipeline("sentiment-analysis")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AutoTokenizer + AutoModelForSequenceClassification, manual softmax + argmax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use the same model, so their outputs are cross-checked against each other for agreement.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6720840" cy="4480560"/>
          </a:xfrm>
          <a:prstGeom prst="roundRect">
            <a:avLst>
              <a:gd name="adj" fmla="val 2449"/>
            </a:avLst>
          </a:prstGeom>
          <a:solidFill>
            <a:srgbClr val="141A4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6636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011680"/>
            <a:ext cx="6263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"I absolutely loved this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product, it exceeded all my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expectations!"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1 — pipeline()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positive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98.7%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0.18s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2 — AutoModel (manual)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positive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98.7%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0.05s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1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Machine Translation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inference only — no pipeline() used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facebook/mbart-large-50-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many-to-many-mmt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 + AutoModelForSeq2SeqLM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(num_beams = 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forced_bos_token_id sets the target language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Hindi, French, German, Spanish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confidence score averages the model's per-token softmax probability across all generated decoding steps.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6720840" cy="4480560"/>
          </a:xfrm>
          <a:prstGeom prst="roundRect">
            <a:avLst>
              <a:gd name="adj" fmla="val 2449"/>
            </a:avLst>
          </a:prstGeom>
          <a:solidFill>
            <a:srgbClr val="141A4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6636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011680"/>
            <a:ext cx="6263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(English):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invoice has been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 and sent for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approval."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Hindi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इनवॉइस प्रोसेस कर दी गई है और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अनुमोदन के लिए भेज दी गई है।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~91%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 time: 2.1s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1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Text Generation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continuation via pipeline() with nucleus sampling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Qwen/Qwen2.5-0.5B-Instruct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pipeline("text-generation")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do_sample = True (stochastic, varied output)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= 50, top_p = 0.95, temperature = 0.8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max_new_tokens = 60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(vs. greedy decoding) means the same prompt can yield different completions on repeated calls.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6720840" cy="4480560"/>
          </a:xfrm>
          <a:prstGeom prst="roundRect">
            <a:avLst>
              <a:gd name="adj" fmla="val 2449"/>
            </a:avLst>
          </a:prstGeom>
          <a:solidFill>
            <a:srgbClr val="141A4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6636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011680"/>
            <a:ext cx="6263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future of artificial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in finance is"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"...bright, but it's also a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and evolving field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presents challenges for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institutions. One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is the need to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 that AI is used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ethically and fairly..."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 time: 12.0s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1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— Zero-Shot Classification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different Transformer models on the same task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facebook/bart-large-mnli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valhalla/distilbart-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mnli-12-3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via pipeline("zero-shot-classification")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~400M params (full-size)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~200M params (distilled)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effect of model choice, not API path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Task 1 (same model, two APIs), this compares two different models on an identical input to see if they agree.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6720840" cy="4480560"/>
          </a:xfrm>
          <a:prstGeom prst="roundRect">
            <a:avLst>
              <a:gd name="adj" fmla="val 2449"/>
            </a:avLst>
          </a:prstGeom>
          <a:solidFill>
            <a:srgbClr val="141A4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6636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011680"/>
            <a:ext cx="6263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"The quarterly earnings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showed a significant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rise in revenue."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 finance, sports, tech,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politics, entertainment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 (bart-large-mnli)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label: finance (74.2%)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6.97s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 (distilbart-mnli-12-3)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label: finance (51.2%)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1.64s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Models agree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CLI &amp; Robustness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ai_text_intelligence_assistant.py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937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task do you want?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(sentiment / translate / generate / classify / quit): classify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text to classify: Markets rallied after the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cut announcement.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candidate labels (or blank for default):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Text Classification — Model Comparison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Models agree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task do you want? ... : quit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353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input validation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719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invalid input returns a friendly ⚠️ message, never a crash.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496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model caching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862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get_pipeline() / get_manual_model() avoid reloading a model already used in the session.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dispatcher loop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005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while-loop routes to the correct task function based on typed command.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8006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782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documented API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5148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function returns a markdown-formatted report string with model, timing, and result.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Key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82496" y="1371600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82496" y="1371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137160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37160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6300" y="1371600"/>
            <a:ext cx="294894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6300" y="1371600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 / AutoModel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8120" y="13716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72600" y="137160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137160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304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vs. AutoModel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6791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is faster to use; manual AutoModel calls expose the tokenize → forward pass → softmax steps underneath.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218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vs. accuracy trade-off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5935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distilled classification model ran ~4× faster but with lower confidence than the full-size model.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generation needs language codes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507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mBART-50 requires explicit source/target language tokens (e.g. en_XX, hi_IN) via forced_bos_token_id.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0474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adds variability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4223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/ top_p / temperature settings make text generation produce different completions across runs.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9202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637276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Intelligence Assistant  |  Hugging Face Model Integration  |  Akshay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1090</Words>
  <Application>Microsoft Office PowerPoint</Application>
  <PresentationFormat>Widescreen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Kale</cp:lastModifiedBy>
  <cp:revision>2</cp:revision>
  <dcterms:created xsi:type="dcterms:W3CDTF">2026-09-05T10:42:20Z</dcterms:created>
  <dcterms:modified xsi:type="dcterms:W3CDTF">2026-09-05T10:57:27Z</dcterms:modified>
</cp:coreProperties>
</file>